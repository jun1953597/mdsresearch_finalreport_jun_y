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C8D558-B1ED-4FB0-A843-23D75D73E2EB}" v="23" dt="2026-08-01T04:28:29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6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 Yin (Student)" userId="1d811157-7c3c-4267-9120-56365e1fbc4f" providerId="ADAL" clId="{9E4D02D4-3620-4AFF-B5EF-E899FFAF1DD7}"/>
    <pc:docChg chg="undo custSel addSld modSld">
      <pc:chgData name="Jun Yin (Student)" userId="1d811157-7c3c-4267-9120-56365e1fbc4f" providerId="ADAL" clId="{9E4D02D4-3620-4AFF-B5EF-E899FFAF1DD7}" dt="2026-08-01T04:28:29.028" v="285" actId="164"/>
      <pc:docMkLst>
        <pc:docMk/>
      </pc:docMkLst>
      <pc:sldChg chg="addSp delSp modSp new mod">
        <pc:chgData name="Jun Yin (Student)" userId="1d811157-7c3c-4267-9120-56365e1fbc4f" providerId="ADAL" clId="{9E4D02D4-3620-4AFF-B5EF-E899FFAF1DD7}" dt="2026-08-01T04:28:29.028" v="285" actId="164"/>
        <pc:sldMkLst>
          <pc:docMk/>
          <pc:sldMk cId="381179496" sldId="256"/>
        </pc:sldMkLst>
        <pc:spChg chg="del">
          <ac:chgData name="Jun Yin (Student)" userId="1d811157-7c3c-4267-9120-56365e1fbc4f" providerId="ADAL" clId="{9E4D02D4-3620-4AFF-B5EF-E899FFAF1DD7}" dt="2026-08-01T03:28:37.310" v="2" actId="478"/>
          <ac:spMkLst>
            <pc:docMk/>
            <pc:sldMk cId="381179496" sldId="256"/>
            <ac:spMk id="2" creationId="{A77D0A5D-8BD7-0EDC-D0F5-3A0E7BC8D4BE}"/>
          </ac:spMkLst>
        </pc:spChg>
        <pc:spChg chg="del">
          <ac:chgData name="Jun Yin (Student)" userId="1d811157-7c3c-4267-9120-56365e1fbc4f" providerId="ADAL" clId="{9E4D02D4-3620-4AFF-B5EF-E899FFAF1DD7}" dt="2026-08-01T03:28:38.187" v="3" actId="478"/>
          <ac:spMkLst>
            <pc:docMk/>
            <pc:sldMk cId="381179496" sldId="256"/>
            <ac:spMk id="3" creationId="{32B8C858-01D0-3958-A0F7-91C8DD4391C3}"/>
          </ac:spMkLst>
        </pc:spChg>
        <pc:spChg chg="add mod topLvl">
          <ac:chgData name="Jun Yin (Student)" userId="1d811157-7c3c-4267-9120-56365e1fbc4f" providerId="ADAL" clId="{9E4D02D4-3620-4AFF-B5EF-E899FFAF1DD7}" dt="2026-08-01T04:28:29.028" v="285" actId="164"/>
          <ac:spMkLst>
            <pc:docMk/>
            <pc:sldMk cId="381179496" sldId="256"/>
            <ac:spMk id="4" creationId="{AE9FE763-ED1E-C40D-1132-5F6A080E0BDA}"/>
          </ac:spMkLst>
        </pc:spChg>
        <pc:spChg chg="add mod ord">
          <ac:chgData name="Jun Yin (Student)" userId="1d811157-7c3c-4267-9120-56365e1fbc4f" providerId="ADAL" clId="{9E4D02D4-3620-4AFF-B5EF-E899FFAF1DD7}" dt="2026-08-01T04:28:26.047" v="279" actId="171"/>
          <ac:spMkLst>
            <pc:docMk/>
            <pc:sldMk cId="381179496" sldId="256"/>
            <ac:spMk id="5" creationId="{8F3378F6-F215-9595-9489-66D0AF393D04}"/>
          </ac:spMkLst>
        </pc:spChg>
        <pc:spChg chg="add mod topLvl">
          <ac:chgData name="Jun Yin (Student)" userId="1d811157-7c3c-4267-9120-56365e1fbc4f" providerId="ADAL" clId="{9E4D02D4-3620-4AFF-B5EF-E899FFAF1DD7}" dt="2026-08-01T04:28:29.028" v="285" actId="164"/>
          <ac:spMkLst>
            <pc:docMk/>
            <pc:sldMk cId="381179496" sldId="256"/>
            <ac:spMk id="9" creationId="{7FEF0E1A-3020-7BA5-9D62-9EC7240CA725}"/>
          </ac:spMkLst>
        </pc:spChg>
        <pc:spChg chg="add mod topLvl">
          <ac:chgData name="Jun Yin (Student)" userId="1d811157-7c3c-4267-9120-56365e1fbc4f" providerId="ADAL" clId="{9E4D02D4-3620-4AFF-B5EF-E899FFAF1DD7}" dt="2026-08-01T04:28:29.028" v="285" actId="164"/>
          <ac:spMkLst>
            <pc:docMk/>
            <pc:sldMk cId="381179496" sldId="256"/>
            <ac:spMk id="17" creationId="{CAE88407-4CA3-6D16-2ED3-376CA3F12336}"/>
          </ac:spMkLst>
        </pc:spChg>
        <pc:spChg chg="add mod topLvl">
          <ac:chgData name="Jun Yin (Student)" userId="1d811157-7c3c-4267-9120-56365e1fbc4f" providerId="ADAL" clId="{9E4D02D4-3620-4AFF-B5EF-E899FFAF1DD7}" dt="2026-08-01T04:28:29.028" v="285" actId="164"/>
          <ac:spMkLst>
            <pc:docMk/>
            <pc:sldMk cId="381179496" sldId="256"/>
            <ac:spMk id="20" creationId="{3E8E32FD-9D66-D445-6F48-AD805737841D}"/>
          </ac:spMkLst>
        </pc:spChg>
        <pc:spChg chg="add mod">
          <ac:chgData name="Jun Yin (Student)" userId="1d811157-7c3c-4267-9120-56365e1fbc4f" providerId="ADAL" clId="{9E4D02D4-3620-4AFF-B5EF-E899FFAF1DD7}" dt="2026-08-01T04:28:20.542" v="274" actId="164"/>
          <ac:spMkLst>
            <pc:docMk/>
            <pc:sldMk cId="381179496" sldId="256"/>
            <ac:spMk id="26" creationId="{C812FE5A-3364-3335-237A-CE0194254506}"/>
          </ac:spMkLst>
        </pc:spChg>
        <pc:spChg chg="add mod">
          <ac:chgData name="Jun Yin (Student)" userId="1d811157-7c3c-4267-9120-56365e1fbc4f" providerId="ADAL" clId="{9E4D02D4-3620-4AFF-B5EF-E899FFAF1DD7}" dt="2026-08-01T04:28:20.542" v="274" actId="164"/>
          <ac:spMkLst>
            <pc:docMk/>
            <pc:sldMk cId="381179496" sldId="256"/>
            <ac:spMk id="28" creationId="{69A68693-9C31-F37E-E6D9-39EBA9458CF0}"/>
          </ac:spMkLst>
        </pc:spChg>
        <pc:spChg chg="add mod">
          <ac:chgData name="Jun Yin (Student)" userId="1d811157-7c3c-4267-9120-56365e1fbc4f" providerId="ADAL" clId="{9E4D02D4-3620-4AFF-B5EF-E899FFAF1DD7}" dt="2026-08-01T04:28:16.171" v="271" actId="164"/>
          <ac:spMkLst>
            <pc:docMk/>
            <pc:sldMk cId="381179496" sldId="256"/>
            <ac:spMk id="30" creationId="{11862B63-B9DE-91CD-0146-28D8820C14DB}"/>
          </ac:spMkLst>
        </pc:spChg>
        <pc:spChg chg="add mod">
          <ac:chgData name="Jun Yin (Student)" userId="1d811157-7c3c-4267-9120-56365e1fbc4f" providerId="ADAL" clId="{9E4D02D4-3620-4AFF-B5EF-E899FFAF1DD7}" dt="2026-08-01T04:27:36.485" v="264" actId="164"/>
          <ac:spMkLst>
            <pc:docMk/>
            <pc:sldMk cId="381179496" sldId="256"/>
            <ac:spMk id="32" creationId="{F31EFC9A-0239-AC95-5D3E-9855C483B436}"/>
          </ac:spMkLst>
        </pc:spChg>
        <pc:spChg chg="add mod">
          <ac:chgData name="Jun Yin (Student)" userId="1d811157-7c3c-4267-9120-56365e1fbc4f" providerId="ADAL" clId="{9E4D02D4-3620-4AFF-B5EF-E899FFAF1DD7}" dt="2026-08-01T04:28:16.171" v="271" actId="164"/>
          <ac:spMkLst>
            <pc:docMk/>
            <pc:sldMk cId="381179496" sldId="256"/>
            <ac:spMk id="34" creationId="{2883F917-EC97-57D5-E72B-BF1CCA4494D7}"/>
          </ac:spMkLst>
        </pc:spChg>
        <pc:spChg chg="add mod">
          <ac:chgData name="Jun Yin (Student)" userId="1d811157-7c3c-4267-9120-56365e1fbc4f" providerId="ADAL" clId="{9E4D02D4-3620-4AFF-B5EF-E899FFAF1DD7}" dt="2026-08-01T04:28:20.542" v="274" actId="164"/>
          <ac:spMkLst>
            <pc:docMk/>
            <pc:sldMk cId="381179496" sldId="256"/>
            <ac:spMk id="36" creationId="{93597BB4-5D13-6837-B109-D5AE3A6D5176}"/>
          </ac:spMkLst>
        </pc:spChg>
        <pc:spChg chg="add mod">
          <ac:chgData name="Jun Yin (Student)" userId="1d811157-7c3c-4267-9120-56365e1fbc4f" providerId="ADAL" clId="{9E4D02D4-3620-4AFF-B5EF-E899FFAF1DD7}" dt="2026-08-01T04:28:16.171" v="271" actId="164"/>
          <ac:spMkLst>
            <pc:docMk/>
            <pc:sldMk cId="381179496" sldId="256"/>
            <ac:spMk id="38" creationId="{3D96639C-84E2-2CDD-66B5-C46510B99674}"/>
          </ac:spMkLst>
        </pc:spChg>
        <pc:spChg chg="add mod">
          <ac:chgData name="Jun Yin (Student)" userId="1d811157-7c3c-4267-9120-56365e1fbc4f" providerId="ADAL" clId="{9E4D02D4-3620-4AFF-B5EF-E899FFAF1DD7}" dt="2026-08-01T04:28:16.171" v="271" actId="164"/>
          <ac:spMkLst>
            <pc:docMk/>
            <pc:sldMk cId="381179496" sldId="256"/>
            <ac:spMk id="40" creationId="{630DB5C0-D4BD-8D33-8B5E-4A0A1B53A585}"/>
          </ac:spMkLst>
        </pc:spChg>
        <pc:spChg chg="add mod">
          <ac:chgData name="Jun Yin (Student)" userId="1d811157-7c3c-4267-9120-56365e1fbc4f" providerId="ADAL" clId="{9E4D02D4-3620-4AFF-B5EF-E899FFAF1DD7}" dt="2026-08-01T04:27:36.485" v="264" actId="164"/>
          <ac:spMkLst>
            <pc:docMk/>
            <pc:sldMk cId="381179496" sldId="256"/>
            <ac:spMk id="42" creationId="{49E131CA-1A22-E39E-636B-F519CBF7E577}"/>
          </ac:spMkLst>
        </pc:spChg>
        <pc:spChg chg="add mod">
          <ac:chgData name="Jun Yin (Student)" userId="1d811157-7c3c-4267-9120-56365e1fbc4f" providerId="ADAL" clId="{9E4D02D4-3620-4AFF-B5EF-E899FFAF1DD7}" dt="2026-08-01T04:28:19.007" v="273" actId="164"/>
          <ac:spMkLst>
            <pc:docMk/>
            <pc:sldMk cId="381179496" sldId="256"/>
            <ac:spMk id="44" creationId="{D412B4FE-FE69-58D1-83D8-00F70DE147A4}"/>
          </ac:spMkLst>
        </pc:spChg>
        <pc:spChg chg="add mod">
          <ac:chgData name="Jun Yin (Student)" userId="1d811157-7c3c-4267-9120-56365e1fbc4f" providerId="ADAL" clId="{9E4D02D4-3620-4AFF-B5EF-E899FFAF1DD7}" dt="2026-08-01T04:28:20.542" v="274" actId="164"/>
          <ac:spMkLst>
            <pc:docMk/>
            <pc:sldMk cId="381179496" sldId="256"/>
            <ac:spMk id="46" creationId="{6842EF5B-1588-DBE2-ACBB-0F2AD70B463C}"/>
          </ac:spMkLst>
        </pc:spChg>
        <pc:spChg chg="add mod">
          <ac:chgData name="Jun Yin (Student)" userId="1d811157-7c3c-4267-9120-56365e1fbc4f" providerId="ADAL" clId="{9E4D02D4-3620-4AFF-B5EF-E899FFAF1DD7}" dt="2026-08-01T04:28:20.542" v="274" actId="164"/>
          <ac:spMkLst>
            <pc:docMk/>
            <pc:sldMk cId="381179496" sldId="256"/>
            <ac:spMk id="48" creationId="{58688162-B1A8-62A2-434F-D03F9F4738FE}"/>
          </ac:spMkLst>
        </pc:spChg>
        <pc:spChg chg="add mod">
          <ac:chgData name="Jun Yin (Student)" userId="1d811157-7c3c-4267-9120-56365e1fbc4f" providerId="ADAL" clId="{9E4D02D4-3620-4AFF-B5EF-E899FFAF1DD7}" dt="2026-08-01T04:28:20.542" v="274" actId="164"/>
          <ac:spMkLst>
            <pc:docMk/>
            <pc:sldMk cId="381179496" sldId="256"/>
            <ac:spMk id="50" creationId="{71C85A5B-BA8E-85A3-AD41-4FBBC7D159B7}"/>
          </ac:spMkLst>
        </pc:spChg>
        <pc:spChg chg="add mod">
          <ac:chgData name="Jun Yin (Student)" userId="1d811157-7c3c-4267-9120-56365e1fbc4f" providerId="ADAL" clId="{9E4D02D4-3620-4AFF-B5EF-E899FFAF1DD7}" dt="2026-08-01T04:28:19.007" v="273" actId="164"/>
          <ac:spMkLst>
            <pc:docMk/>
            <pc:sldMk cId="381179496" sldId="256"/>
            <ac:spMk id="52" creationId="{959F697F-8DB2-6862-6803-F547E6787E3D}"/>
          </ac:spMkLst>
        </pc:spChg>
        <pc:spChg chg="add mod">
          <ac:chgData name="Jun Yin (Student)" userId="1d811157-7c3c-4267-9120-56365e1fbc4f" providerId="ADAL" clId="{9E4D02D4-3620-4AFF-B5EF-E899FFAF1DD7}" dt="2026-08-01T04:28:19.007" v="273" actId="164"/>
          <ac:spMkLst>
            <pc:docMk/>
            <pc:sldMk cId="381179496" sldId="256"/>
            <ac:spMk id="54" creationId="{2A0468BC-ED85-64F8-B2BC-5132648A42F0}"/>
          </ac:spMkLst>
        </pc:spChg>
        <pc:spChg chg="add mod">
          <ac:chgData name="Jun Yin (Student)" userId="1d811157-7c3c-4267-9120-56365e1fbc4f" providerId="ADAL" clId="{9E4D02D4-3620-4AFF-B5EF-E899FFAF1DD7}" dt="2026-08-01T04:28:16.171" v="271" actId="164"/>
          <ac:spMkLst>
            <pc:docMk/>
            <pc:sldMk cId="381179496" sldId="256"/>
            <ac:spMk id="56" creationId="{09644531-A869-C112-888D-151901C46637}"/>
          </ac:spMkLst>
        </pc:spChg>
        <pc:spChg chg="add mod">
          <ac:chgData name="Jun Yin (Student)" userId="1d811157-7c3c-4267-9120-56365e1fbc4f" providerId="ADAL" clId="{9E4D02D4-3620-4AFF-B5EF-E899FFAF1DD7}" dt="2026-08-01T04:28:19.007" v="273" actId="164"/>
          <ac:spMkLst>
            <pc:docMk/>
            <pc:sldMk cId="381179496" sldId="256"/>
            <ac:spMk id="58" creationId="{4600194C-7C2C-CCC6-9AA8-CFD99102ECAB}"/>
          </ac:spMkLst>
        </pc:spChg>
        <pc:spChg chg="add mod">
          <ac:chgData name="Jun Yin (Student)" userId="1d811157-7c3c-4267-9120-56365e1fbc4f" providerId="ADAL" clId="{9E4D02D4-3620-4AFF-B5EF-E899FFAF1DD7}" dt="2026-08-01T04:28:15.516" v="270" actId="1076"/>
          <ac:spMkLst>
            <pc:docMk/>
            <pc:sldMk cId="381179496" sldId="256"/>
            <ac:spMk id="60" creationId="{3D9C68C2-BA19-FD8E-E958-22A11976CF6B}"/>
          </ac:spMkLst>
        </pc:spChg>
        <pc:spChg chg="add mod">
          <ac:chgData name="Jun Yin (Student)" userId="1d811157-7c3c-4267-9120-56365e1fbc4f" providerId="ADAL" clId="{9E4D02D4-3620-4AFF-B5EF-E899FFAF1DD7}" dt="2026-08-01T04:28:16.171" v="271" actId="164"/>
          <ac:spMkLst>
            <pc:docMk/>
            <pc:sldMk cId="381179496" sldId="256"/>
            <ac:spMk id="62" creationId="{A4BE6B96-9268-D7A4-4FFD-18AB84A81904}"/>
          </ac:spMkLst>
        </pc:spChg>
        <pc:spChg chg="add mod">
          <ac:chgData name="Jun Yin (Student)" userId="1d811157-7c3c-4267-9120-56365e1fbc4f" providerId="ADAL" clId="{9E4D02D4-3620-4AFF-B5EF-E899FFAF1DD7}" dt="2026-08-01T04:28:29.028" v="285" actId="164"/>
          <ac:spMkLst>
            <pc:docMk/>
            <pc:sldMk cId="381179496" sldId="256"/>
            <ac:spMk id="64" creationId="{607507B7-73AC-5447-CF39-DA81BC51082E}"/>
          </ac:spMkLst>
        </pc:spChg>
        <pc:spChg chg="add mod">
          <ac:chgData name="Jun Yin (Student)" userId="1d811157-7c3c-4267-9120-56365e1fbc4f" providerId="ADAL" clId="{9E4D02D4-3620-4AFF-B5EF-E899FFAF1DD7}" dt="2026-08-01T04:28:26.911" v="281" actId="164"/>
          <ac:spMkLst>
            <pc:docMk/>
            <pc:sldMk cId="381179496" sldId="256"/>
            <ac:spMk id="66" creationId="{B825CA73-69FB-0434-D7C1-B7E542E78E21}"/>
          </ac:spMkLst>
        </pc:spChg>
        <pc:spChg chg="add mod">
          <ac:chgData name="Jun Yin (Student)" userId="1d811157-7c3c-4267-9120-56365e1fbc4f" providerId="ADAL" clId="{9E4D02D4-3620-4AFF-B5EF-E899FFAF1DD7}" dt="2026-08-01T04:28:29.028" v="285" actId="164"/>
          <ac:spMkLst>
            <pc:docMk/>
            <pc:sldMk cId="381179496" sldId="256"/>
            <ac:spMk id="67" creationId="{235AEF48-3DF1-9CAA-8646-F5620CF44FDF}"/>
          </ac:spMkLst>
        </pc:spChg>
        <pc:spChg chg="add mod">
          <ac:chgData name="Jun Yin (Student)" userId="1d811157-7c3c-4267-9120-56365e1fbc4f" providerId="ADAL" clId="{9E4D02D4-3620-4AFF-B5EF-E899FFAF1DD7}" dt="2026-08-01T04:28:29.028" v="285" actId="164"/>
          <ac:spMkLst>
            <pc:docMk/>
            <pc:sldMk cId="381179496" sldId="256"/>
            <ac:spMk id="69" creationId="{784683C3-8587-7D88-4258-B2755BD36C07}"/>
          </ac:spMkLst>
        </pc:spChg>
        <pc:spChg chg="add mod topLvl">
          <ac:chgData name="Jun Yin (Student)" userId="1d811157-7c3c-4267-9120-56365e1fbc4f" providerId="ADAL" clId="{9E4D02D4-3620-4AFF-B5EF-E899FFAF1DD7}" dt="2026-08-01T04:28:29.028" v="285" actId="164"/>
          <ac:spMkLst>
            <pc:docMk/>
            <pc:sldMk cId="381179496" sldId="256"/>
            <ac:spMk id="71" creationId="{6A4C6319-546C-2F58-D149-4BE905E6C916}"/>
          </ac:spMkLst>
        </pc:spChg>
        <pc:spChg chg="add mod topLvl">
          <ac:chgData name="Jun Yin (Student)" userId="1d811157-7c3c-4267-9120-56365e1fbc4f" providerId="ADAL" clId="{9E4D02D4-3620-4AFF-B5EF-E899FFAF1DD7}" dt="2026-08-01T04:28:29.028" v="285" actId="164"/>
          <ac:spMkLst>
            <pc:docMk/>
            <pc:sldMk cId="381179496" sldId="256"/>
            <ac:spMk id="73" creationId="{C287CA0E-90CF-A2F2-BB47-28676B20FA70}"/>
          </ac:spMkLst>
        </pc:spChg>
        <pc:spChg chg="add mod topLvl">
          <ac:chgData name="Jun Yin (Student)" userId="1d811157-7c3c-4267-9120-56365e1fbc4f" providerId="ADAL" clId="{9E4D02D4-3620-4AFF-B5EF-E899FFAF1DD7}" dt="2026-08-01T04:28:29.028" v="285" actId="164"/>
          <ac:spMkLst>
            <pc:docMk/>
            <pc:sldMk cId="381179496" sldId="256"/>
            <ac:spMk id="75" creationId="{CB02766D-EAD2-DE92-AF44-EEF7DD3A3722}"/>
          </ac:spMkLst>
        </pc:spChg>
        <pc:spChg chg="add mod">
          <ac:chgData name="Jun Yin (Student)" userId="1d811157-7c3c-4267-9120-56365e1fbc4f" providerId="ADAL" clId="{9E4D02D4-3620-4AFF-B5EF-E899FFAF1DD7}" dt="2026-08-01T04:28:26.911" v="281" actId="164"/>
          <ac:spMkLst>
            <pc:docMk/>
            <pc:sldMk cId="381179496" sldId="256"/>
            <ac:spMk id="77" creationId="{75A14774-D1AD-9405-7899-1C80AE06DFE2}"/>
          </ac:spMkLst>
        </pc:spChg>
        <pc:grpChg chg="add mod">
          <ac:chgData name="Jun Yin (Student)" userId="1d811157-7c3c-4267-9120-56365e1fbc4f" providerId="ADAL" clId="{9E4D02D4-3620-4AFF-B5EF-E899FFAF1DD7}" dt="2026-08-01T04:25:34.420" v="252" actId="164"/>
          <ac:grpSpMkLst>
            <pc:docMk/>
            <pc:sldMk cId="381179496" sldId="256"/>
            <ac:grpSpMk id="70" creationId="{1BE239DD-52EF-0509-FA10-3357A780479E}"/>
          </ac:grpSpMkLst>
        </pc:grpChg>
        <pc:grpChg chg="add mod ord">
          <ac:chgData name="Jun Yin (Student)" userId="1d811157-7c3c-4267-9120-56365e1fbc4f" providerId="ADAL" clId="{9E4D02D4-3620-4AFF-B5EF-E899FFAF1DD7}" dt="2026-08-01T04:28:28.241" v="284" actId="167"/>
          <ac:grpSpMkLst>
            <pc:docMk/>
            <pc:sldMk cId="381179496" sldId="256"/>
            <ac:grpSpMk id="78" creationId="{E14F3D5D-DA1D-CBD8-97B6-C572E0A565DC}"/>
          </ac:grpSpMkLst>
        </pc:grpChg>
        <pc:grpChg chg="add mod">
          <ac:chgData name="Jun Yin (Student)" userId="1d811157-7c3c-4267-9120-56365e1fbc4f" providerId="ADAL" clId="{9E4D02D4-3620-4AFF-B5EF-E899FFAF1DD7}" dt="2026-08-01T04:28:26.481" v="280" actId="1076"/>
          <ac:grpSpMkLst>
            <pc:docMk/>
            <pc:sldMk cId="381179496" sldId="256"/>
            <ac:grpSpMk id="79" creationId="{4C48F4FD-EDF9-0805-7F71-43DB87B07232}"/>
          </ac:grpSpMkLst>
        </pc:grpChg>
        <pc:grpChg chg="add mod">
          <ac:chgData name="Jun Yin (Student)" userId="1d811157-7c3c-4267-9120-56365e1fbc4f" providerId="ADAL" clId="{9E4D02D4-3620-4AFF-B5EF-E899FFAF1DD7}" dt="2026-08-01T04:28:21.379" v="275" actId="164"/>
          <ac:grpSpMkLst>
            <pc:docMk/>
            <pc:sldMk cId="381179496" sldId="256"/>
            <ac:grpSpMk id="80" creationId="{D5645901-CEAE-C850-B61F-33039658644F}"/>
          </ac:grpSpMkLst>
        </pc:grpChg>
        <pc:grpChg chg="add mod">
          <ac:chgData name="Jun Yin (Student)" userId="1d811157-7c3c-4267-9120-56365e1fbc4f" providerId="ADAL" clId="{9E4D02D4-3620-4AFF-B5EF-E899FFAF1DD7}" dt="2026-08-01T04:28:20.542" v="274" actId="164"/>
          <ac:grpSpMkLst>
            <pc:docMk/>
            <pc:sldMk cId="381179496" sldId="256"/>
            <ac:grpSpMk id="81" creationId="{76A450D5-217D-ED09-ED6E-B2EEFF3580D6}"/>
          </ac:grpSpMkLst>
        </pc:grpChg>
        <pc:grpChg chg="mod">
          <ac:chgData name="Jun Yin (Student)" userId="1d811157-7c3c-4267-9120-56365e1fbc4f" providerId="ADAL" clId="{9E4D02D4-3620-4AFF-B5EF-E899FFAF1DD7}" dt="2026-08-01T04:28:16.863" v="272" actId="1076"/>
          <ac:grpSpMkLst>
            <pc:docMk/>
            <pc:sldMk cId="381179496" sldId="256"/>
            <ac:grpSpMk id="82" creationId="{63DA6221-7382-4C1A-4BCF-311AB2C23CDF}"/>
          </ac:grpSpMkLst>
        </pc:grpChg>
        <pc:grpChg chg="add mod">
          <ac:chgData name="Jun Yin (Student)" userId="1d811157-7c3c-4267-9120-56365e1fbc4f" providerId="ADAL" clId="{9E4D02D4-3620-4AFF-B5EF-E899FFAF1DD7}" dt="2026-08-01T04:28:14.854" v="269" actId="1076"/>
          <ac:grpSpMkLst>
            <pc:docMk/>
            <pc:sldMk cId="381179496" sldId="256"/>
            <ac:grpSpMk id="83" creationId="{ACC3995A-25E5-25A3-87BE-D067F98D8B01}"/>
          </ac:grpSpMkLst>
        </pc:grpChg>
        <pc:cxnChg chg="add mod">
          <ac:chgData name="Jun Yin (Student)" userId="1d811157-7c3c-4267-9120-56365e1fbc4f" providerId="ADAL" clId="{9E4D02D4-3620-4AFF-B5EF-E899FFAF1DD7}" dt="2026-08-01T04:15:04.729" v="66" actId="1076"/>
          <ac:cxnSpMkLst>
            <pc:docMk/>
            <pc:sldMk cId="381179496" sldId="256"/>
            <ac:cxnSpMk id="7" creationId="{72E8B835-52E9-9468-8DA3-C85B22859F38}"/>
          </ac:cxnSpMkLst>
        </pc:cxnChg>
        <pc:cxnChg chg="add mod">
          <ac:chgData name="Jun Yin (Student)" userId="1d811157-7c3c-4267-9120-56365e1fbc4f" providerId="ADAL" clId="{9E4D02D4-3620-4AFF-B5EF-E899FFAF1DD7}" dt="2026-08-01T04:28:21.379" v="275" actId="164"/>
          <ac:cxnSpMkLst>
            <pc:docMk/>
            <pc:sldMk cId="381179496" sldId="256"/>
            <ac:cxnSpMk id="11" creationId="{FB9BF410-FEFA-D72F-7539-9BC655DE31C2}"/>
          </ac:cxnSpMkLst>
        </pc:cxnChg>
        <pc:cxnChg chg="add mod">
          <ac:chgData name="Jun Yin (Student)" userId="1d811157-7c3c-4267-9120-56365e1fbc4f" providerId="ADAL" clId="{9E4D02D4-3620-4AFF-B5EF-E899FFAF1DD7}" dt="2026-08-01T04:28:21.379" v="275" actId="164"/>
          <ac:cxnSpMkLst>
            <pc:docMk/>
            <pc:sldMk cId="381179496" sldId="256"/>
            <ac:cxnSpMk id="12" creationId="{EB37B9A8-1C01-A947-95F1-8D8BA91B812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AA43AB-CA43-B63F-86DB-EDD3E0FAC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6E4C3B-DACF-D311-EC74-1DFABBA4B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EA76D3-AE66-1538-3EEB-5D91DB82E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2ECC4-F265-4FF9-B721-1E7A67C2A92A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6460DC-F309-EB4C-46D5-61264BDF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D3DABC-62D8-D585-1988-52363F2BF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21D4E-DF0A-4C5C-8251-1F9D690A1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36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07887-3099-3A6C-E0BD-A72E4D3C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DDB2F9-86F7-F012-F262-664C3AC1D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B20809-0AAA-B0CE-D15B-D2333055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2ECC4-F265-4FF9-B721-1E7A67C2A92A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AA12CA-DD54-BD79-6BD3-068FAFE51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7F7104-8137-A17B-D9F4-C5DE29598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21D4E-DF0A-4C5C-8251-1F9D690A1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2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7F18D-C323-8503-26D4-56E8388F7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089B0F-41E2-F77E-53FE-0A87286C2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35AEF5-7E62-3F13-4F5C-241439AC7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2ECC4-F265-4FF9-B721-1E7A67C2A92A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B00F63-7593-6E4E-D16C-2258FAC9D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B0E4A1-4FDF-2554-D5D2-25D3BB726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21D4E-DF0A-4C5C-8251-1F9D690A1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311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C89F26-A11E-096B-5710-389E4AE4B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801C28-9146-B39E-9ACB-B171C0B88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AA422B-F4FA-A21B-4994-3459549F1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8CFAE2-441E-A208-9CF0-5BDE28A33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2ECC4-F265-4FF9-B721-1E7A67C2A92A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EB4744-3C53-D17B-3AE3-A91C4649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6C62CF-6149-8CE4-52B2-84A0EC0DD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21D4E-DF0A-4C5C-8251-1F9D690A1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489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6381A-7445-3098-39FD-1A85B2726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7FAF2A-6EB3-EAD3-F8B8-345AC39ED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182D52-4F5B-EE41-825A-EF12C66EA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78FB66-122C-C3B2-9658-96B43E2F5C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EBB47F-AAFF-8581-ABE6-526927DCA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4F19BF8-FED7-2AB6-5CB7-1F42AF8A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2ECC4-F265-4FF9-B721-1E7A67C2A92A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57A1AE9-7AB5-AFB0-0BDE-EF2E23357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A50A4F2-1406-D6ED-31D5-AA5DAC14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21D4E-DF0A-4C5C-8251-1F9D690A1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620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8E4B3-A9BE-81AE-3E46-D272E71A5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2060CE-9E16-B99C-1EED-5CE2F905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2ECC4-F265-4FF9-B721-1E7A67C2A92A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F662F3-C380-3DA4-ECB6-BAE8C3A5D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264EA2-F70D-97D9-904D-14396A3E1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21D4E-DF0A-4C5C-8251-1F9D690A1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792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FD931E-3D44-BDF3-C0D1-367CCE5A5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2ECC4-F265-4FF9-B721-1E7A67C2A92A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449EA4-F3BD-4518-61B5-0C4292514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42AA6D-92D2-F418-29DB-A9E8F8CF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21D4E-DF0A-4C5C-8251-1F9D690A1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767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D93AA-674B-0257-D4D2-8B4E54B1A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C8CA1B-3B99-B40A-DB8D-AB682FC0B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4C7CC5-BDDF-9D45-1048-FCE6EC7DB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2256BE-46F4-B868-05E4-5002E37FF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2ECC4-F265-4FF9-B721-1E7A67C2A92A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CB4508-D0D1-FF09-7D57-A4604CACA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10AFDF-50E3-8DE2-8551-4C93A319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21D4E-DF0A-4C5C-8251-1F9D690A1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43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552E0-7587-B92C-7751-63671735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13E542-6862-DB8B-7D66-6D7676677C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649BD8-85AB-9661-5D78-0B0197268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160302-58FB-44D4-7E21-2B1BF496B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2ECC4-F265-4FF9-B721-1E7A67C2A92A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71030-4276-3C01-4DB0-E4AE1D04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B8477A-57EA-2638-0F7D-C7E253E6C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21D4E-DF0A-4C5C-8251-1F9D690A1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30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A1E2BA-E473-11B1-8EFE-F24CD0D5C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859EBE-9B27-78A3-9D4C-85146C6F1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7D7AF7-C343-7F1A-4FBA-F49E4B1A8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2ECC4-F265-4FF9-B721-1E7A67C2A92A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2B4CCE-568F-33A3-A845-3DB24CE2A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CAA5F6-FEE9-9502-AB64-E49FEBAB9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21D4E-DF0A-4C5C-8251-1F9D690A1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469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4B4FC14-87CC-DE76-E6B6-86BCA8B82B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2B7EF-F26F-7120-1318-A6F3F1820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0A2870-419C-4D13-457B-C54BDBBD4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2ECC4-F265-4FF9-B721-1E7A67C2A92A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6548E8-9FB1-A3F3-DD0A-1666CAAE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80A38B-12DA-6718-5241-27597D78E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21D4E-DF0A-4C5C-8251-1F9D690A1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730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9C9B5DD-6FCC-841D-CA97-12A84CA4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F868DC-66F0-44B6-2D8A-A2D4B5DFD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C1E66D-A25C-05A0-479E-1A9B271F5B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2ECC4-F265-4FF9-B721-1E7A67C2A92A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A34827-E97F-B29A-0A2A-6ACAEA0F2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3C0615-3A4E-857B-95B5-2AF8189E0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921D4E-DF0A-4C5C-8251-1F9D690A1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734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E9FE763-ED1E-C40D-1132-5F6A080E0BDA}"/>
              </a:ext>
            </a:extLst>
          </p:cNvPr>
          <p:cNvSpPr/>
          <p:nvPr/>
        </p:nvSpPr>
        <p:spPr>
          <a:xfrm>
            <a:off x="1700784" y="2633472"/>
            <a:ext cx="4041648" cy="16557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3378F6-F215-9595-9489-66D0AF393D04}"/>
              </a:ext>
            </a:extLst>
          </p:cNvPr>
          <p:cNvSpPr/>
          <p:nvPr/>
        </p:nvSpPr>
        <p:spPr>
          <a:xfrm>
            <a:off x="1901537" y="3326566"/>
            <a:ext cx="3480955" cy="269573"/>
          </a:xfrm>
          <a:prstGeom prst="rect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2E8B835-52E9-9468-8DA3-C85B22859F38}"/>
              </a:ext>
            </a:extLst>
          </p:cNvPr>
          <p:cNvCxnSpPr>
            <a:cxnSpLocks/>
          </p:cNvCxnSpPr>
          <p:nvPr/>
        </p:nvCxnSpPr>
        <p:spPr>
          <a:xfrm>
            <a:off x="2618509" y="3440570"/>
            <a:ext cx="1872026" cy="0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7FEF0E1A-3020-7BA5-9D62-9EC7240CA725}"/>
              </a:ext>
            </a:extLst>
          </p:cNvPr>
          <p:cNvSpPr/>
          <p:nvPr/>
        </p:nvSpPr>
        <p:spPr>
          <a:xfrm>
            <a:off x="4937343" y="3326565"/>
            <a:ext cx="270163" cy="2695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B9BF410-FEFA-D72F-7539-9BC655DE31C2}"/>
              </a:ext>
            </a:extLst>
          </p:cNvPr>
          <p:cNvCxnSpPr>
            <a:cxnSpLocks/>
          </p:cNvCxnSpPr>
          <p:nvPr/>
        </p:nvCxnSpPr>
        <p:spPr>
          <a:xfrm flipV="1">
            <a:off x="5207506" y="2212417"/>
            <a:ext cx="1242064" cy="11096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B37B9A8-1C01-A947-95F1-8D8BA91B8128}"/>
              </a:ext>
            </a:extLst>
          </p:cNvPr>
          <p:cNvCxnSpPr>
            <a:cxnSpLocks/>
          </p:cNvCxnSpPr>
          <p:nvPr/>
        </p:nvCxnSpPr>
        <p:spPr>
          <a:xfrm>
            <a:off x="5207506" y="3591680"/>
            <a:ext cx="1242064" cy="10984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CAE88407-4CA3-6D16-2ED3-376CA3F12336}"/>
              </a:ext>
            </a:extLst>
          </p:cNvPr>
          <p:cNvSpPr/>
          <p:nvPr/>
        </p:nvSpPr>
        <p:spPr>
          <a:xfrm>
            <a:off x="1922319" y="3322107"/>
            <a:ext cx="561108" cy="2695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E8E32FD-9D66-D445-6F48-AD805737841D}"/>
              </a:ext>
            </a:extLst>
          </p:cNvPr>
          <p:cNvSpPr/>
          <p:nvPr/>
        </p:nvSpPr>
        <p:spPr>
          <a:xfrm>
            <a:off x="6449570" y="2167828"/>
            <a:ext cx="2694148" cy="25223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C812FE5A-3364-3335-237A-CE0194254506}"/>
              </a:ext>
            </a:extLst>
          </p:cNvPr>
          <p:cNvSpPr/>
          <p:nvPr/>
        </p:nvSpPr>
        <p:spPr>
          <a:xfrm>
            <a:off x="7029449" y="2572766"/>
            <a:ext cx="135082" cy="1214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69A68693-9C31-F37E-E6D9-39EBA9458CF0}"/>
              </a:ext>
            </a:extLst>
          </p:cNvPr>
          <p:cNvSpPr/>
          <p:nvPr/>
        </p:nvSpPr>
        <p:spPr>
          <a:xfrm>
            <a:off x="7729103" y="2849401"/>
            <a:ext cx="135082" cy="1214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1862B63-B9DE-91CD-0146-28D8820C14DB}"/>
              </a:ext>
            </a:extLst>
          </p:cNvPr>
          <p:cNvSpPr/>
          <p:nvPr/>
        </p:nvSpPr>
        <p:spPr>
          <a:xfrm>
            <a:off x="7020789" y="3176634"/>
            <a:ext cx="135082" cy="1214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F31EFC9A-0239-AC95-5D3E-9855C483B436}"/>
              </a:ext>
            </a:extLst>
          </p:cNvPr>
          <p:cNvSpPr/>
          <p:nvPr/>
        </p:nvSpPr>
        <p:spPr>
          <a:xfrm>
            <a:off x="8175771" y="3591680"/>
            <a:ext cx="135082" cy="1214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2883F917-EC97-57D5-E72B-BF1CCA4494D7}"/>
              </a:ext>
            </a:extLst>
          </p:cNvPr>
          <p:cNvSpPr/>
          <p:nvPr/>
        </p:nvSpPr>
        <p:spPr>
          <a:xfrm>
            <a:off x="7446818" y="3164308"/>
            <a:ext cx="135082" cy="1214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93597BB4-5D13-6837-B109-D5AE3A6D5176}"/>
              </a:ext>
            </a:extLst>
          </p:cNvPr>
          <p:cNvSpPr/>
          <p:nvPr/>
        </p:nvSpPr>
        <p:spPr>
          <a:xfrm>
            <a:off x="8409360" y="2706556"/>
            <a:ext cx="135082" cy="1214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3D96639C-84E2-2CDD-66B5-C46510B99674}"/>
              </a:ext>
            </a:extLst>
          </p:cNvPr>
          <p:cNvSpPr/>
          <p:nvPr/>
        </p:nvSpPr>
        <p:spPr>
          <a:xfrm>
            <a:off x="7581900" y="3408954"/>
            <a:ext cx="135082" cy="1214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630DB5C0-D4BD-8D33-8B5E-4A0A1B53A585}"/>
              </a:ext>
            </a:extLst>
          </p:cNvPr>
          <p:cNvSpPr/>
          <p:nvPr/>
        </p:nvSpPr>
        <p:spPr>
          <a:xfrm>
            <a:off x="6548282" y="4471371"/>
            <a:ext cx="135082" cy="1214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49E131CA-1A22-E39E-636B-F519CBF7E577}"/>
              </a:ext>
            </a:extLst>
          </p:cNvPr>
          <p:cNvSpPr/>
          <p:nvPr/>
        </p:nvSpPr>
        <p:spPr>
          <a:xfrm>
            <a:off x="8769927" y="4131271"/>
            <a:ext cx="135082" cy="1214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D412B4FE-FE69-58D1-83D8-00F70DE147A4}"/>
              </a:ext>
            </a:extLst>
          </p:cNvPr>
          <p:cNvSpPr/>
          <p:nvPr/>
        </p:nvSpPr>
        <p:spPr>
          <a:xfrm>
            <a:off x="7311736" y="3756222"/>
            <a:ext cx="135082" cy="1214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6842EF5B-1588-DBE2-ACBB-0F2AD70B463C}"/>
              </a:ext>
            </a:extLst>
          </p:cNvPr>
          <p:cNvSpPr/>
          <p:nvPr/>
        </p:nvSpPr>
        <p:spPr>
          <a:xfrm>
            <a:off x="7159336" y="2767262"/>
            <a:ext cx="135082" cy="1214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58688162-B1A8-62A2-434F-D03F9F4738FE}"/>
              </a:ext>
            </a:extLst>
          </p:cNvPr>
          <p:cNvSpPr/>
          <p:nvPr/>
        </p:nvSpPr>
        <p:spPr>
          <a:xfrm>
            <a:off x="7379277" y="3060399"/>
            <a:ext cx="135082" cy="1214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71C85A5B-BA8E-85A3-AD41-4FBBC7D159B7}"/>
              </a:ext>
            </a:extLst>
          </p:cNvPr>
          <p:cNvSpPr/>
          <p:nvPr/>
        </p:nvSpPr>
        <p:spPr>
          <a:xfrm>
            <a:off x="8234653" y="2451355"/>
            <a:ext cx="135082" cy="1214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959F697F-8DB2-6862-6803-F547E6787E3D}"/>
              </a:ext>
            </a:extLst>
          </p:cNvPr>
          <p:cNvSpPr/>
          <p:nvPr/>
        </p:nvSpPr>
        <p:spPr>
          <a:xfrm>
            <a:off x="8714230" y="3324922"/>
            <a:ext cx="135082" cy="1214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2A0468BC-ED85-64F8-B2BC-5132648A42F0}"/>
              </a:ext>
            </a:extLst>
          </p:cNvPr>
          <p:cNvSpPr/>
          <p:nvPr/>
        </p:nvSpPr>
        <p:spPr>
          <a:xfrm>
            <a:off x="7848530" y="3408953"/>
            <a:ext cx="135082" cy="1214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09644531-A869-C112-888D-151901C46637}"/>
              </a:ext>
            </a:extLst>
          </p:cNvPr>
          <p:cNvSpPr/>
          <p:nvPr/>
        </p:nvSpPr>
        <p:spPr>
          <a:xfrm>
            <a:off x="7751616" y="3652385"/>
            <a:ext cx="135082" cy="1214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4600194C-7C2C-CCC6-9AA8-CFD99102ECAB}"/>
              </a:ext>
            </a:extLst>
          </p:cNvPr>
          <p:cNvSpPr/>
          <p:nvPr/>
        </p:nvSpPr>
        <p:spPr>
          <a:xfrm>
            <a:off x="7088330" y="3719796"/>
            <a:ext cx="135082" cy="1214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3D9C68C2-BA19-FD8E-E958-22A11976CF6B}"/>
              </a:ext>
            </a:extLst>
          </p:cNvPr>
          <p:cNvSpPr/>
          <p:nvPr/>
        </p:nvSpPr>
        <p:spPr>
          <a:xfrm>
            <a:off x="8544442" y="3908623"/>
            <a:ext cx="135082" cy="1214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A4BE6B96-9268-D7A4-4FFD-18AB84A81904}"/>
              </a:ext>
            </a:extLst>
          </p:cNvPr>
          <p:cNvSpPr/>
          <p:nvPr/>
        </p:nvSpPr>
        <p:spPr>
          <a:xfrm>
            <a:off x="8331429" y="3935912"/>
            <a:ext cx="135082" cy="1214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1BE239DD-52EF-0509-FA10-3357A780479E}"/>
              </a:ext>
            </a:extLst>
          </p:cNvPr>
          <p:cNvGrpSpPr/>
          <p:nvPr/>
        </p:nvGrpSpPr>
        <p:grpSpPr>
          <a:xfrm>
            <a:off x="9521148" y="3283053"/>
            <a:ext cx="1253248" cy="668303"/>
            <a:chOff x="9521148" y="3283053"/>
            <a:chExt cx="1253248" cy="668303"/>
          </a:xfrm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607507B7-73AC-5447-CF39-DA81BC51082E}"/>
                </a:ext>
              </a:extLst>
            </p:cNvPr>
            <p:cNvSpPr/>
            <p:nvPr/>
          </p:nvSpPr>
          <p:spPr>
            <a:xfrm>
              <a:off x="9521148" y="3429000"/>
              <a:ext cx="135082" cy="1214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B825CA73-69FB-0434-D7C1-B7E542E78E21}"/>
                </a:ext>
              </a:extLst>
            </p:cNvPr>
            <p:cNvSpPr/>
            <p:nvPr/>
          </p:nvSpPr>
          <p:spPr>
            <a:xfrm>
              <a:off x="9521148" y="3719796"/>
              <a:ext cx="135082" cy="1214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235AEF48-3DF1-9CAA-8646-F5620CF44FDF}"/>
                </a:ext>
              </a:extLst>
            </p:cNvPr>
            <p:cNvSpPr txBox="1"/>
            <p:nvPr/>
          </p:nvSpPr>
          <p:spPr>
            <a:xfrm>
              <a:off x="9709813" y="3283053"/>
              <a:ext cx="10543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marker</a:t>
              </a:r>
              <a:endParaRPr lang="zh-CN" altLang="en-US" b="1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784683C3-8587-7D88-4258-B2755BD36C07}"/>
                </a:ext>
              </a:extLst>
            </p:cNvPr>
            <p:cNvSpPr txBox="1"/>
            <p:nvPr/>
          </p:nvSpPr>
          <p:spPr>
            <a:xfrm>
              <a:off x="9720031" y="3582024"/>
              <a:ext cx="10543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target</a:t>
              </a:r>
              <a:endParaRPr lang="zh-CN" altLang="en-US" b="1" dirty="0"/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A4C6319-546C-2F58-D149-4BE905E6C916}"/>
              </a:ext>
            </a:extLst>
          </p:cNvPr>
          <p:cNvSpPr txBox="1"/>
          <p:nvPr/>
        </p:nvSpPr>
        <p:spPr>
          <a:xfrm>
            <a:off x="2657388" y="2111950"/>
            <a:ext cx="2128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/>
              <a:t>Virtual Slide</a:t>
            </a:r>
            <a:endParaRPr lang="zh-CN" altLang="en-US" sz="2000" b="1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287CA0E-90CF-A2F2-BB47-28676B20FA70}"/>
              </a:ext>
            </a:extLst>
          </p:cNvPr>
          <p:cNvSpPr txBox="1"/>
          <p:nvPr/>
        </p:nvSpPr>
        <p:spPr>
          <a:xfrm>
            <a:off x="6584796" y="1690199"/>
            <a:ext cx="2423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/>
              <a:t>Single field of view </a:t>
            </a:r>
            <a:endParaRPr lang="zh-CN" altLang="en-US" sz="2000" b="1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B02766D-EAD2-DE92-AF44-EEF7DD3A3722}"/>
              </a:ext>
            </a:extLst>
          </p:cNvPr>
          <p:cNvSpPr txBox="1"/>
          <p:nvPr/>
        </p:nvSpPr>
        <p:spPr>
          <a:xfrm>
            <a:off x="2887149" y="3656541"/>
            <a:ext cx="1286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Scanning</a:t>
            </a:r>
            <a:endParaRPr lang="zh-CN" altLang="en-US" b="1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75A14774-D1AD-9405-7899-1C80AE06DFE2}"/>
              </a:ext>
            </a:extLst>
          </p:cNvPr>
          <p:cNvSpPr txBox="1"/>
          <p:nvPr/>
        </p:nvSpPr>
        <p:spPr>
          <a:xfrm>
            <a:off x="4058925" y="566752"/>
            <a:ext cx="3590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Linear Method</a:t>
            </a:r>
            <a:endParaRPr lang="zh-CN" altLang="en-US" sz="4000" b="1" dirty="0">
              <a:latin typeface="Cambria Math" panose="02040503050406030204" pitchFamily="18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1179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11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Yin (Student)</dc:creator>
  <cp:lastModifiedBy>Jun Yin (Student)</cp:lastModifiedBy>
  <cp:revision>1</cp:revision>
  <dcterms:created xsi:type="dcterms:W3CDTF">2026-08-01T03:28:12Z</dcterms:created>
  <dcterms:modified xsi:type="dcterms:W3CDTF">2026-08-01T04:28:33Z</dcterms:modified>
</cp:coreProperties>
</file>